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4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自定义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瀚庆 吴</cp:lastModifiedBy>
  <cp:revision>1</cp:revision>
  <dcterms:created xsi:type="dcterms:W3CDTF">2025-12-08T13:53:30Z</dcterms:created>
  <dcterms:modified xsi:type="dcterms:W3CDTF">2025-12-08T13:55:39Z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Creator">
    <vt:lpwstr>ezPDF Maker</vt:lpwstr>
  </property>
  <property fmtid="{D5CDD505-2E9C-101B-9397-08002B2CF9AE}" pid="4" name="LastSaved">
    <vt:filetime>2025-12-08T00:00:00Z</vt:filetime>
  </property>
  <property fmtid="{D5CDD505-2E9C-101B-9397-08002B2CF9AE}" pid="5" name="Producer">
    <vt:lpwstr>ezPDF Maker</vt:lpwstr>
  </property>
</Properties>
</file>